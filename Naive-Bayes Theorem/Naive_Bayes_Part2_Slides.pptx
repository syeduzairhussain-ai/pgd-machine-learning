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Naive Bayes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Solve classification problem manually</a:t>
            </a:r>
          </a:p>
          <a:p>
            <a:r>
              <a:t>Uses Bayes' Theorem</a:t>
            </a:r>
          </a:p>
          <a:p>
            <a:r>
              <a:t>Naive Bayes is supervised learning</a:t>
            </a:r>
          </a:p>
          <a:p>
            <a:r>
              <a:t>Used for classification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Bayes' Theorem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P(y|X) = (P(X|y) * P(y)) / P(X)</a:t>
            </a:r>
          </a:p>
          <a:p>
            <a:r>
              <a:t>P(y|X): Posterior probability</a:t>
            </a:r>
          </a:p>
          <a:p>
            <a:r>
              <a:t>P(X|y): Likelihood</a:t>
            </a:r>
          </a:p>
          <a:p>
            <a:r>
              <a:t>P(y): Prior probability</a:t>
            </a:r>
          </a:p>
          <a:p>
            <a:r>
              <a:t>P(X): Marginal likelihood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Naive Bayes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P(y|X1...Xn) = P(y) * P(X1|y) * P(X2|y)...</a:t>
            </a:r>
          </a:p>
          <a:p>
            <a:r>
              <a:t>Assumes features are independent</a:t>
            </a:r>
          </a:p>
          <a:p>
            <a:r>
              <a:t>This is the 'Naive' assumption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Simplification for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Denominator is constant</a:t>
            </a:r>
          </a:p>
          <a:p>
            <a:r>
              <a:t>Ignore P(X)</a:t>
            </a:r>
          </a:p>
          <a:p>
            <a:r>
              <a:t>Compare only numerator</a:t>
            </a:r>
          </a:p>
          <a:p>
            <a:r>
              <a:t>Choose class with maximum probability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Play Tennis (Yes/No)</a:t>
            </a:r>
          </a:p>
          <a:p>
            <a:r>
              <a:t>Features:</a:t>
            </a:r>
          </a:p>
          <a:p>
            <a:r>
              <a:t>Outlook: Sunny, Overcast, Rain</a:t>
            </a:r>
          </a:p>
          <a:p>
            <a:r>
              <a:t>Temperature: Hot, Mild, Cool</a:t>
            </a:r>
          </a:p>
          <a:p>
            <a:r>
              <a:t>Humidity, Wind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Table: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Sunny: Yes=2, No=3</a:t>
            </a:r>
          </a:p>
          <a:p>
            <a:r>
              <a:t>Overcast: Yes=4, No=0</a:t>
            </a:r>
          </a:p>
          <a:p>
            <a:r>
              <a:t>Rain: Yes=3, No=2</a:t>
            </a:r>
          </a:p>
          <a:p>
            <a:r>
              <a:t>Total Yes=9, No=5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Table: 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Hot: Yes=2, No=2</a:t>
            </a:r>
          </a:p>
          <a:p>
            <a:r>
              <a:t>Mild: Yes=4, No=2</a:t>
            </a:r>
          </a:p>
          <a:p>
            <a:r>
              <a:t>Cool: Yes=3, No=1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Calculation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Sunny and Hot</a:t>
            </a:r>
          </a:p>
          <a:p>
            <a:r>
              <a:t>P(Yes) * P(Sunny|Yes) * P(Hot|Yes)</a:t>
            </a:r>
          </a:p>
          <a:p>
            <a:r>
              <a:t>= 9/14 * 2/9 * 2/9 ≈ 0.031</a:t>
            </a:r>
          </a:p>
          <a:p>
            <a:r>
              <a:t>P(No) * P(Sunny|No) * P(Hot|No)</a:t>
            </a:r>
          </a:p>
          <a:p>
            <a:r>
              <a:t>= 5/14 * 3/5 * 2/5 ≈ 0.085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P(Yes) ≈ 27%</a:t>
            </a:r>
          </a:p>
          <a:p>
            <a:r>
              <a:t>P(No) ≈ 73%</a:t>
            </a:r>
          </a:p>
          <a:p>
            <a:r>
              <a:t>Prediction: No (Do not play)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Overcast and Mild</a:t>
            </a:r>
          </a:p>
          <a:p>
            <a:r>
              <a:t>Calculate probabilities for Yes and No</a:t>
            </a:r>
          </a:p>
          <a:p>
            <a:r>
              <a:t>Compare results</a:t>
            </a:r>
          </a:p>
          <a:p>
            <a:r>
              <a:t>Make final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