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Science Example: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Predict Blood Pressure (BP) based on Age</a:t>
            </a:r>
          </a:p>
          <a:p>
            <a:pPr lvl="1"/>
            <a:r>
              <a:t>Independent variable: Age</a:t>
            </a:r>
          </a:p>
          <a:p>
            <a:pPr lvl="1"/>
            <a:r>
              <a:t>Dependent variable: Blood Pressure (BP)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30 → BP 110</a:t>
            </a:r>
          </a:p>
          <a:p>
            <a:pPr lvl="1"/>
            <a:r>
              <a:t>Age 40 → BP 120</a:t>
            </a:r>
          </a:p>
          <a:p>
            <a:pPr lvl="1"/>
            <a:r>
              <a:t>Age 50 → BP 135</a:t>
            </a:r>
          </a:p>
          <a:p>
            <a:pPr lvl="1"/>
            <a:r>
              <a:t>Age 60 → BP 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 = β₀ + β₁(Age)</a:t>
            </a:r>
          </a:p>
          <a:p>
            <a:pPr lvl="1"/>
            <a:r>
              <a:t>Learned Model:</a:t>
            </a:r>
          </a:p>
          <a:p>
            <a:pPr lvl="1"/>
            <a:r>
              <a:t>BP = 80 + 1.2 × 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Age = 45</a:t>
            </a:r>
          </a:p>
          <a:p>
            <a:pPr lvl="1"/>
            <a:r>
              <a:t>BP = 80 + 1.2 × 45</a:t>
            </a:r>
          </a:p>
          <a:p>
            <a:pPr lvl="1"/>
            <a:r>
              <a:t>Predicted BP = 134 mmHg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Slope (β₁) = 1.2</a:t>
            </a:r>
          </a:p>
          <a:p>
            <a:pPr lvl="1"/>
            <a:r>
              <a:t>For every 1-year increase in age</a:t>
            </a:r>
          </a:p>
          <a:p>
            <a:pPr lvl="1"/>
            <a:r>
              <a:t>Blood Pressure increases by 1.2 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in Health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cholesterol levels</a:t>
            </a:r>
          </a:p>
          <a:p>
            <a:pPr lvl="1"/>
            <a:r>
              <a:t>Estimate glucose levels</a:t>
            </a:r>
          </a:p>
          <a:p>
            <a:pPr lvl="1"/>
            <a:r>
              <a:t>ICU patient risk scoring</a:t>
            </a:r>
          </a:p>
          <a:p>
            <a:pPr lvl="1"/>
            <a:r>
              <a:t>Drug dosage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Explain in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is like drawing a trend line</a:t>
            </a:r>
          </a:p>
          <a:p>
            <a:pPr lvl="1"/>
            <a:r>
              <a:t>Between age and blood pressure</a:t>
            </a:r>
          </a:p>
          <a:p>
            <a:pPr lvl="1"/>
            <a:r>
              <a:t>To understand how health changes over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Health Science Example: Linear Regression</vt:lpstr>
      <vt:lpstr>Sample Data</vt:lpstr>
      <vt:lpstr>Linear Regression Model</vt:lpstr>
      <vt:lpstr>Prediction Example</vt:lpstr>
      <vt:lpstr>Interpretation</vt:lpstr>
      <vt:lpstr>Applications in Health Science</vt:lpstr>
      <vt:lpstr>How to Explain in Class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Uzair Hussain</dc:creator>
  <cp:keywords/>
  <dc:description>generated using python-pptx</dc:description>
  <cp:lastModifiedBy>Syed Uzair Hussain</cp:lastModifiedBy>
  <cp:revision>1</cp:revision>
  <dcterms:created xsi:type="dcterms:W3CDTF">2013-01-27T09:14:16Z</dcterms:created>
  <dcterms:modified xsi:type="dcterms:W3CDTF">2026-04-11T19:00:50Z</dcterms:modified>
  <cp:category/>
</cp:coreProperties>
</file>