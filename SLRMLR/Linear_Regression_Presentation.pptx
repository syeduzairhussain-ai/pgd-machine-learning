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Foundational algorithm in Machine Learning</a:t>
            </a:r>
          </a:p>
          <a:p>
            <a:pPr lvl="1"/>
            <a:r>
              <a:t>Falls under Supervised Learning</a:t>
            </a:r>
          </a:p>
          <a:p>
            <a:pPr lvl="1"/>
            <a:r>
              <a:t>Used for Regression problems</a:t>
            </a:r>
          </a:p>
          <a:p>
            <a:pPr lvl="1"/>
            <a:r>
              <a:t>Predicts continuous numeric values (e.g. weight based on height)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Find relationship between independent (x) and dependent (y) features</a:t>
            </a:r>
          </a:p>
          <a:p>
            <a:pPr lvl="1"/>
            <a:r>
              <a:t>x: Independent feature (e.g. Weight)</a:t>
            </a:r>
          </a:p>
          <a:p>
            <a:pPr lvl="1"/>
            <a:r>
              <a:t>y: Dependent feature (e.g. Height)</a:t>
            </a:r>
          </a:p>
          <a:p>
            <a:pPr lvl="1"/>
            <a:r>
              <a:t>Uses training data to predict unseen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Fit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Draws a straight line through data points</a:t>
            </a:r>
          </a:p>
          <a:p>
            <a:pPr lvl="1"/>
            <a:r>
              <a:t>Called the Best Fit Line</a:t>
            </a:r>
          </a:p>
          <a:p>
            <a:pPr lvl="1"/>
            <a:r>
              <a:t>Vertical distance from point to line is Residual Error</a:t>
            </a:r>
          </a:p>
          <a:p>
            <a:pPr lvl="1"/>
            <a:r>
              <a:t>Goal: Minimise total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hθ(x) = θ₀ + θ₁x</a:t>
            </a:r>
          </a:p>
          <a:p>
            <a:pPr lvl="1"/>
            <a:r>
              <a:t>θ₀: Intercept (value of y when x = 0)</a:t>
            </a:r>
          </a:p>
          <a:p>
            <a:pPr lvl="1"/>
            <a:r>
              <a:t>θ₁: Slope (change in y per unit change in 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Mean Squared Error (MSE)</a:t>
            </a:r>
          </a:p>
          <a:p>
            <a:pPr lvl="1"/>
            <a:r>
              <a:t>Measures how good the line fits the data</a:t>
            </a:r>
          </a:p>
          <a:p>
            <a:pPr lvl="1"/>
            <a:r>
              <a:t>Goal: Minimise the cost function</a:t>
            </a:r>
          </a:p>
          <a:p>
            <a:pPr lvl="1"/>
            <a:r>
              <a:t>Penalises larger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Optimisation algorithm</a:t>
            </a:r>
          </a:p>
          <a:p>
            <a:pPr lvl="1"/>
            <a:r>
              <a:t>Finds global minimum</a:t>
            </a:r>
          </a:p>
          <a:p>
            <a:pPr lvl="1"/>
            <a:r>
              <a:t>Learning rate (α) controls step size</a:t>
            </a:r>
          </a:p>
          <a:p>
            <a:pPr lvl="1"/>
            <a:r>
              <a:t>Too large: overshoot | Too small: slow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Introduction to Linear Regression</vt:lpstr>
      <vt:lpstr>Problem Statement</vt:lpstr>
      <vt:lpstr>Best Fit Line</vt:lpstr>
      <vt:lpstr>Hypothesis Function</vt:lpstr>
      <vt:lpstr>Cost Function</vt:lpstr>
      <vt:lpstr>Gradient Descent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Uzair Hussain</dc:creator>
  <cp:keywords/>
  <dc:description>generated using python-pptx</dc:description>
  <cp:lastModifiedBy>Syed Uzair Hussain</cp:lastModifiedBy>
  <cp:revision>1</cp:revision>
  <dcterms:created xsi:type="dcterms:W3CDTF">2013-01-27T09:14:16Z</dcterms:created>
  <dcterms:modified xsi:type="dcterms:W3CDTF">2026-04-11T19:00:24Z</dcterms:modified>
  <cp:category/>
</cp:coreProperties>
</file>