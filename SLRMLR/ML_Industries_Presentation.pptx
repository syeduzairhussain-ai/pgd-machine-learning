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Across Industries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McKinsey-Style Overview</a:t>
            </a:r>
          </a:p>
          <a:p>
            <a:r>
              <a:t>By Syed Uzair Hussain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Disease Prediction</a:t>
            </a:r>
          </a:p>
          <a:p>
            <a:r>
              <a:t>• Medical Imaging AI</a:t>
            </a:r>
          </a:p>
          <a:p>
            <a:r>
              <a:t>• Patient Risk Analytics</a:t>
            </a:r>
          </a:p>
          <a:p>
            <a:r>
              <a:t>• Drug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&amp;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Credit Scoring</a:t>
            </a:r>
          </a:p>
          <a:p>
            <a:r>
              <a:t>• Algorithmic Trading</a:t>
            </a:r>
          </a:p>
          <a:p>
            <a:r>
              <a:t>• AI Chatbots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Recommendation Systems</a:t>
            </a:r>
          </a:p>
          <a:p>
            <a:r>
              <a:t>• Customer Segmentation</a:t>
            </a:r>
          </a:p>
          <a:p>
            <a:r>
              <a:t>• Dynamic Pricing</a:t>
            </a:r>
          </a:p>
          <a:p>
            <a:r>
              <a:t>• Demand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Self-Driving Cars</a:t>
            </a:r>
          </a:p>
          <a:p>
            <a:r>
              <a:t>• Traffic Prediction</a:t>
            </a:r>
          </a:p>
          <a:p>
            <a:r>
              <a:t>• Route Optimization</a:t>
            </a:r>
          </a:p>
          <a:p>
            <a:r>
              <a:t>• Ride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Maintenance</a:t>
            </a:r>
          </a:p>
          <a:p>
            <a:r>
              <a:t>• Quality Inspection (CV)</a:t>
            </a:r>
          </a:p>
          <a:p>
            <a:r>
              <a:t>• Process Optimization</a:t>
            </a:r>
          </a:p>
          <a:p>
            <a:r>
              <a:t>• Robotics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Performance Prediction</a:t>
            </a:r>
          </a:p>
          <a:p>
            <a:r>
              <a:t>• Personalized Learning</a:t>
            </a:r>
          </a:p>
          <a:p>
            <a:r>
              <a:t>• Automated Grading</a:t>
            </a:r>
          </a:p>
          <a:p>
            <a:r>
              <a:t>• Course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Content Recommendation</a:t>
            </a:r>
          </a:p>
          <a:p>
            <a:r>
              <a:t>• Sentiment Analysis</a:t>
            </a:r>
          </a:p>
          <a:p>
            <a:r>
              <a:t>• Face Recognition</a:t>
            </a:r>
          </a:p>
          <a:p>
            <a:r>
              <a:t>• Moderation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Crop Yield Prediction</a:t>
            </a:r>
          </a:p>
          <a:p>
            <a:r>
              <a:t>• Disease Detection</a:t>
            </a:r>
          </a:p>
          <a:p>
            <a:r>
              <a:t>• Smart Irrigation</a:t>
            </a:r>
          </a:p>
          <a:p>
            <a:r>
              <a:t>• Soil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Demand Forecasting</a:t>
            </a:r>
          </a:p>
          <a:p>
            <a:r>
              <a:t>• Smart Grid Optimization</a:t>
            </a:r>
          </a:p>
          <a:p>
            <a:r>
              <a:t>• Renewable Energy Prediction</a:t>
            </a:r>
          </a:p>
          <a:p>
            <a:r>
              <a:t>• Fault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Intrusion Detection</a:t>
            </a:r>
          </a:p>
          <a:p>
            <a:r>
              <a:t>• Malware Detection</a:t>
            </a:r>
          </a:p>
          <a:p>
            <a:r>
              <a:t>• Anomaly Detection</a:t>
            </a:r>
          </a:p>
          <a:p>
            <a:r>
              <a:t>• Spam Filtering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is transforming every industry by enabling:</a:t>
            </a:r>
          </a:p>
          <a:p>
            <a:r>
              <a:t>• Better Decisions</a:t>
            </a:r>
          </a:p>
          <a:p>
            <a:r>
              <a:t>• Automation</a:t>
            </a:r>
          </a:p>
          <a:p>
            <a:r>
              <a:t>• Personalization</a:t>
            </a:r>
          </a:p>
          <a:p>
            <a:r>
              <a:t>•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