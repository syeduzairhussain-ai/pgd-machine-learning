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Measure performance using Accuracy &amp; Confusion Matrix</a:t>
            </a:r>
          </a:p>
          <a:p>
            <a:r>
              <a:t>Understand why Accuracy can mislead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1: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29" y="1240971"/>
            <a:ext cx="8806542" cy="5508171"/>
          </a:xfrm>
        </p:spPr>
        <p:txBody>
          <a:bodyPr>
            <a:normAutofit fontScale="62500" lnSpcReduction="20000"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Task 1:  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Calculating Accuracy</a:t>
            </a:r>
          </a:p>
          <a:p>
            <a:r>
              <a:rPr lang="en-US" dirty="0"/>
              <a:t>Accuracy is the simplest classification metric, defined as the ratio of correct predictions to the total number of predictions.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Scenario: </a:t>
            </a:r>
            <a:r>
              <a:rPr lang="en-US" dirty="0"/>
              <a:t>You have trained a Logistic Regression model to predict student placement (1 for Placed, 0 for Not Placed). For a test set of 10 students, your results are as follows: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Actual Labels: [1, 0, 1, 1, 0, 1, 0, 1, 1, 0]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Predicted Labels: [1, 1, 1, 1, 0, 0, 0, 1, 1, 0]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Instructions:</a:t>
            </a:r>
          </a:p>
          <a:p>
            <a:r>
              <a:rPr lang="en-US" dirty="0"/>
              <a:t>Identify the number of correct predictions (where Actual == Predicted).</a:t>
            </a:r>
          </a:p>
          <a:p>
            <a:r>
              <a:rPr lang="en-US" dirty="0"/>
              <a:t>Calculate the Accuracy score using the formula: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Accuracy = Correct Predictions\Total Predictions</a:t>
            </a:r>
          </a:p>
          <a:p>
            <a:r>
              <a:rPr lang="en-US" dirty="0"/>
              <a:t>Explain the result as a percentage.</a:t>
            </a:r>
          </a:p>
          <a:p>
            <a:r>
              <a:rPr dirty="0"/>
              <a:t>Formula: Accuracy = Correct / Total</a:t>
            </a:r>
          </a:p>
          <a:p>
            <a:r>
              <a:rPr dirty="0"/>
              <a:t>Actual: [1,0,1,1,0,1,0,1,1,0]</a:t>
            </a:r>
          </a:p>
          <a:p>
            <a:r>
              <a:rPr dirty="0"/>
              <a:t>Predicted: [1,1,1,1,0,0,0,1,1,0]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1175657"/>
            <a:ext cx="8915400" cy="557348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Task 2: Building a Confusion Matrix</a:t>
            </a:r>
          </a:p>
          <a:p>
            <a:r>
              <a:rPr lang="en-US" dirty="0"/>
              <a:t>While Accuracy gives a single number, a Confusion Matrix helps you understand the nature of the errors your model is making.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Instructions:</a:t>
            </a:r>
          </a:p>
          <a:p>
            <a:r>
              <a:rPr lang="en-US" dirty="0"/>
              <a:t>Using the data from Task 1, create a 2 x 2 Confusion Matrix. Map the following four values: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True Positive (TP):</a:t>
            </a:r>
            <a:r>
              <a:rPr lang="en-US" dirty="0"/>
              <a:t> Model predicted 1, and it was actually 1.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True Negative (TN): </a:t>
            </a:r>
            <a:r>
              <a:rPr lang="en-US" dirty="0"/>
              <a:t>Model predicted 0, and it was actually 0.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False Positive (Type 1 Error):</a:t>
            </a:r>
            <a:r>
              <a:rPr lang="en-US" dirty="0"/>
              <a:t> </a:t>
            </a:r>
          </a:p>
          <a:p>
            <a:r>
              <a:rPr lang="en-US" dirty="0"/>
              <a:t>Model predicted 1, but it was actually 0.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False Negative (Type 2 Error): </a:t>
            </a:r>
            <a:r>
              <a:rPr lang="en-US" dirty="0"/>
              <a:t>Model predicted 0, but it was actually 1.</a:t>
            </a:r>
          </a:p>
          <a:p>
            <a:r>
              <a:rPr lang="en-US" dirty="0"/>
              <a:t>Label the matrix with "Actual" on the rows and "Predicted" on the columns.</a:t>
            </a:r>
          </a:p>
          <a:p>
            <a:r>
              <a:rPr dirty="0"/>
              <a:t>Correct Predictions = 7</a:t>
            </a:r>
          </a:p>
          <a:p>
            <a:r>
              <a:rPr dirty="0"/>
              <a:t>Total = 10</a:t>
            </a:r>
          </a:p>
          <a:p>
            <a:r>
              <a:rPr dirty="0"/>
              <a:t>Accuracy = 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TP: predicted 1, actual 1</a:t>
            </a:r>
          </a:p>
          <a:p>
            <a:r>
              <a:t>TN: predicted 0, actual 0</a:t>
            </a:r>
          </a:p>
          <a:p>
            <a:r>
              <a:t>FP: predicted 1, actual 0</a:t>
            </a:r>
          </a:p>
          <a:p>
            <a:r>
              <a:t>FN: predicted 0, actual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TP=5, TN=2, FP=1, FN=2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1 &amp; Type 2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1" y="1197430"/>
            <a:ext cx="8948058" cy="549728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Task 3: </a:t>
            </a:r>
            <a:r>
              <a:rPr lang="en-US" dirty="0"/>
              <a:t>Analyzing Type 1 and Type 2 Errors</a:t>
            </a:r>
          </a:p>
          <a:p>
            <a:r>
              <a:rPr lang="en-US" dirty="0"/>
              <a:t>Errors are not always equal in their impact.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Questions:</a:t>
            </a:r>
          </a:p>
          <a:p>
            <a:r>
              <a:rPr lang="en-US" dirty="0"/>
              <a:t>Define Type 1 Error (False Positive) and Type 2 Error (False Negative) based on the student placement scenario.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Health Science Application: </a:t>
            </a:r>
            <a:r>
              <a:rPr lang="en-US" dirty="0"/>
              <a:t>If a model is predicting heart disease, which error is more dangerous: telling a sick patient they are healthy (False Negative) or telling a healthy patient they are sick (False Positive)? Explain why.</a:t>
            </a:r>
          </a:p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Type 1: False Positive</a:t>
            </a:r>
          </a:p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Type 2: False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Negative more dangerous</a:t>
            </a:r>
          </a:p>
          <a:p>
            <a:r>
              <a:t>Sick patient labeled 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table with numbers and text&#10;&#10;AI-generated content may be incorrect.">
            <a:extLst>
              <a:ext uri="{FF2B5EF4-FFF2-40B4-BE49-F238E27FC236}">
                <a16:creationId xmlns:a16="http://schemas.microsoft.com/office/drawing/2014/main" id="{37FAD10C-D1EB-F879-8DCD-A42CD2847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44" y="2745148"/>
            <a:ext cx="6940069" cy="376451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0B7EBED-6240-8F02-F76E-8B0DCC74F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495"/>
            <a:ext cx="4313250" cy="2415420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70B27E4C-9891-103F-8C26-F840EF899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8" y="0"/>
            <a:ext cx="3799115" cy="258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6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Imbalanced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186544"/>
            <a:ext cx="9035143" cy="552994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Task 4: The Problem of Imbalanced Datasets</a:t>
            </a:r>
          </a:p>
          <a:p>
            <a:r>
              <a:rPr lang="en-US" dirty="0"/>
              <a:t>Accuracy can be misleading when one class significantly outweighs the other.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Scenario: </a:t>
            </a:r>
            <a:r>
              <a:rPr lang="en-US" dirty="0"/>
              <a:t>You are building a model to detect terrorists at an airport. Out of 100,000 passengers, only 1 is a terrorist.</a:t>
            </a:r>
          </a:p>
          <a:p>
            <a:r>
              <a:rPr lang="en-US" dirty="0"/>
              <a:t>If your model simply predicts "Not a Terrorist" for everyone, what would its Accuracy be?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Why</a:t>
            </a:r>
            <a:r>
              <a:rPr lang="en-US" dirty="0"/>
              <a:t> is this high Accuracy score considered "bad" or misleading in this specific context?</a:t>
            </a:r>
          </a:p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100,000 passengers, 1 terrorist</a:t>
            </a:r>
          </a:p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Predict all 'Not Terrorist'</a:t>
            </a:r>
          </a:p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Accuracy ≈ 99.999%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Misleading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Fails on rare class</a:t>
            </a:r>
          </a:p>
          <a:p>
            <a:r>
              <a:t>Needs Precision,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multiple metrics</a:t>
            </a:r>
          </a:p>
          <a:p>
            <a:r>
              <a:t>Accuracy alone is insufficient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609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Evaluating Classification Models</vt:lpstr>
      <vt:lpstr>Task 1: Accuracy</vt:lpstr>
      <vt:lpstr>Accuracy Result</vt:lpstr>
      <vt:lpstr>Confusion Matrix</vt:lpstr>
      <vt:lpstr>Matrix Values</vt:lpstr>
      <vt:lpstr>Type 1 &amp; Type 2 Errors</vt:lpstr>
      <vt:lpstr>Health Example</vt:lpstr>
      <vt:lpstr>PowerPoint Presentation</vt:lpstr>
      <vt:lpstr>Imbalanced Dataset</vt:lpstr>
      <vt:lpstr>Why Misleading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Uzair Hussain</cp:lastModifiedBy>
  <cp:revision>6</cp:revision>
  <dcterms:created xsi:type="dcterms:W3CDTF">2013-01-27T09:14:16Z</dcterms:created>
  <dcterms:modified xsi:type="dcterms:W3CDTF">2026-04-24T22:00:00Z</dcterms:modified>
  <cp:category/>
</cp:coreProperties>
</file>