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Logistic Regression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Predict insurance purchase based on age</a:t>
            </a:r>
          </a:p>
          <a:p>
            <a:r>
              <a:t>Binary classification (0 or 1)</a:t>
            </a:r>
          </a:p>
          <a:p>
            <a:r>
              <a:t>Real-world ML workflow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pandas → data handling</a:t>
            </a:r>
          </a:p>
          <a:p>
            <a:r>
              <a:t>numpy → numerical operations</a:t>
            </a:r>
          </a:p>
          <a:p>
            <a:r>
              <a:t>matplotlib →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pd.read_csv()</a:t>
            </a:r>
          </a:p>
          <a:p>
            <a:r>
              <a:t>View with df.head()</a:t>
            </a:r>
          </a:p>
          <a:p>
            <a:r>
              <a:t>Understand structure of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Scatter plot: Age vs Insurance</a:t>
            </a:r>
          </a:p>
          <a:p>
            <a:r>
              <a:t>Shows relationship</a:t>
            </a:r>
          </a:p>
          <a:p>
            <a:r>
              <a:t>Helps choose model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Prepare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X = input (age)</a:t>
            </a:r>
          </a:p>
          <a:p>
            <a:r>
              <a:t>y = output (insurance)</a:t>
            </a:r>
          </a:p>
          <a:p>
            <a:r>
              <a:t>Split into train/test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LogisticRegression()</a:t>
            </a:r>
          </a:p>
          <a:p>
            <a:r>
              <a:t>model.fit(X_train, y_train)</a:t>
            </a:r>
          </a:p>
          <a:p>
            <a:r>
              <a:t>Model learns relationship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model.predict(X_test)</a:t>
            </a:r>
          </a:p>
          <a:p>
            <a:r>
              <a:t>Gives 0 or 1 output</a:t>
            </a:r>
          </a:p>
          <a:p>
            <a:r>
              <a:t>Compare with actual values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model.predict_proba()</a:t>
            </a:r>
          </a:p>
          <a:p>
            <a:r>
              <a:t>Gives probability</a:t>
            </a:r>
          </a:p>
          <a:p>
            <a:r>
              <a:t>Used for decision making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model.score()</a:t>
            </a:r>
          </a:p>
          <a:p>
            <a:r>
              <a:t>Accuracy measurement</a:t>
            </a:r>
          </a:p>
          <a:p>
            <a:r>
              <a:t>Check 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Parameters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coef_ → weight</a:t>
            </a:r>
          </a:p>
          <a:p>
            <a:r>
              <a:t>intercept_ → bias</a:t>
            </a:r>
          </a:p>
          <a:p>
            <a:r>
              <a:t>Used in equation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Sigmoid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Converts output to probability</a:t>
            </a:r>
          </a:p>
          <a:p>
            <a:r>
              <a:t>Formula: 1/(1+e^-x)</a:t>
            </a:r>
          </a:p>
          <a:p>
            <a:r>
              <a:t>Gives values between 0 and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Manual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learned equation</a:t>
            </a:r>
          </a:p>
          <a:p>
            <a:r>
              <a:t>Apply sigmoid</a:t>
            </a:r>
          </a:p>
          <a:p>
            <a:r>
              <a:t>Predict for new age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Logistic Regression = classification</a:t>
            </a:r>
          </a:p>
          <a:p>
            <a:r>
              <a:t>Uses probability</a:t>
            </a:r>
          </a:p>
          <a:p>
            <a:r>
              <a:t>Widely used in healthcare &amp; business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