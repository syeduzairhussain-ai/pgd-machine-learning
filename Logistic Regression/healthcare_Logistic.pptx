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AI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Diabetes using Logistic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 Age, Glucose, Blood Pressure</a:t>
            </a:r>
          </a:p>
          <a:p>
            <a:r>
              <a:t>Target: Diabetes (0/1)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classification</a:t>
            </a:r>
          </a:p>
          <a:p>
            <a:r>
              <a:t>Outputs probability</a:t>
            </a:r>
          </a:p>
          <a:p>
            <a:r>
              <a:t>Used in healthcare diagnosis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data</a:t>
            </a:r>
          </a:p>
          <a:p>
            <a:r>
              <a:t>Train model</a:t>
            </a:r>
          </a:p>
          <a:p>
            <a:r>
              <a:t>Learn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new patient</a:t>
            </a:r>
          </a:p>
          <a:p>
            <a:r>
              <a:t>Probability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Confusion Matrix</a:t>
            </a:r>
          </a:p>
          <a:p>
            <a:r>
              <a:t>Classification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 diagnosis</a:t>
            </a:r>
          </a:p>
          <a:p>
            <a:r>
              <a:t>Risk prediction</a:t>
            </a:r>
          </a:p>
          <a:p>
            <a:r>
              <a:t>Decision support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