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Introduction to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Core Importance: Logistic Regression is a vital machine learning algorithm and a prerequisite for understanding Perceptrons in Deep Learning.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Perspectives: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Geometric Perspective: Understanding how a line or plane separates data points.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Probabilistic Perspective: Understanding predictions as probabilities.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The Goal: To find a decision boundary that separates different classes in a 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Pre-requisites for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Linear Separability: Data must be linearly separable or almost separable.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Limitations: Does not perform well on highly non-linear data.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Input Features: Represented as X1 and X2 (e.g., CGPA and IQ).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The Geometric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Linear Equation: Ax + By + C = 0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Weight Notation: w1x1 + w2x2 + w0 = 0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w1, w2 are weights and w0 is intercept.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Goal: Find optimal values of weights.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The Perceptron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Start with random weights.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Pick a random data point.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If correctly classified: Do nothing.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If misclassified: Adjust line.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Repeat until no misclassification.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Identifying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w1x1 + w2x2 + w0 &gt; 0 → Positive region.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w1x1 + w2x2 + w0 &lt; 0 → Negative region.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Positive → Class 1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Negative → Class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Mathematical Update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Wnew = Wold - ηXi (negative misclassified)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Wnew = Wold + ηXi (positive misclassified)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η = Learning rate (small value for stability)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Simplified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1E1E1E"/>
                </a:solidFill>
                <a:latin typeface="Calibri"/>
              </a:rPr>
              <a:t>Wnew = Wold + η (yi - ŷi) Xi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If yi = ŷi → no change</a:t>
            </a:r>
          </a:p>
          <a:p>
            <a:r>
              <a:rPr sz="2200">
                <a:solidFill>
                  <a:srgbClr val="1E1E1E"/>
                </a:solidFill>
                <a:latin typeface="Calibri"/>
              </a:rPr>
              <a:t>If error → weights adjust automatically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